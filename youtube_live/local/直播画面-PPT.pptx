
<file path=[Content_Types].xml><?xml version="1.0" encoding="utf-8"?>
<Types xmlns="http://schemas.openxmlformats.org/package/2006/content-types">
  <Default Extension="vml" ContentType="application/vnd.openxmlformats-officedocument.vmlDrawing"/>
  <Default Extension="png" ContentType="image/png"/>
  <Default Extension="jpeg" ContentType="image/jpeg"/>
  <Default Extension="JPG" ContentType="image/.jp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</p:sldIdLst>
  <p:sldSz cx="18288000" cy="1028827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40" userDrawn="1">
          <p15:clr>
            <a:srgbClr val="A4A3A4"/>
          </p15:clr>
        </p15:guide>
        <p15:guide id="2" pos="577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7E6E6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3240"/>
        <p:guide pos="5775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image" Target="../media/image3.emf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798200" y="1371925"/>
            <a:ext cx="14698800" cy="3856513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9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798200" y="5341864"/>
            <a:ext cx="14698800" cy="2209123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3600" spc="2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835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6070" indent="0" algn="ctr">
              <a:buNone/>
              <a:defRPr sz="2400"/>
            </a:lvl7pPr>
            <a:lvl8pPr marL="4802505" indent="0" algn="ctr">
              <a:buNone/>
              <a:defRPr sz="2400"/>
            </a:lvl8pPr>
            <a:lvl9pPr marL="5487670" indent="0" algn="ctr">
              <a:buNone/>
              <a:defRPr sz="24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912600" y="912816"/>
            <a:ext cx="16453800" cy="105865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912600" y="2236129"/>
            <a:ext cx="16453800" cy="714049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2986200" y="5773966"/>
            <a:ext cx="11653200" cy="1150472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66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2986200" y="6924438"/>
            <a:ext cx="11653200" cy="1301708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27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6858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4pPr>
            <a:lvl5pPr marL="274383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6pPr>
            <a:lvl7pPr marL="41160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7pPr>
            <a:lvl8pPr marL="480250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8pPr>
            <a:lvl9pPr marL="54876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912600" y="912816"/>
            <a:ext cx="16453800" cy="105865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912600" y="2252333"/>
            <a:ext cx="7765200" cy="7124286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9617400" y="2252333"/>
            <a:ext cx="7765200" cy="7124286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912600" y="912816"/>
            <a:ext cx="16453800" cy="105865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912600" y="2144307"/>
            <a:ext cx="8013600" cy="572535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3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835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6070" indent="0">
              <a:buNone/>
              <a:defRPr sz="2400" b="1"/>
            </a:lvl7pPr>
            <a:lvl8pPr marL="4802505" indent="0">
              <a:buNone/>
              <a:defRPr sz="2400" b="1"/>
            </a:lvl8pPr>
            <a:lvl9pPr marL="5487670" indent="0">
              <a:buNone/>
              <a:defRPr sz="24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912600" y="2781658"/>
            <a:ext cx="8013600" cy="659496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9353625" y="2133098"/>
            <a:ext cx="8013600" cy="572535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3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835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6070" indent="0">
              <a:buNone/>
              <a:defRPr sz="2400" b="1"/>
            </a:lvl7pPr>
            <a:lvl8pPr marL="4802505" indent="0">
              <a:buNone/>
              <a:defRPr sz="2400" b="1"/>
            </a:lvl8pPr>
            <a:lvl9pPr marL="5487670" indent="0">
              <a:buNone/>
              <a:defRPr sz="24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9353625" y="2781658"/>
            <a:ext cx="8013600" cy="659496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912600" y="912816"/>
            <a:ext cx="16453800" cy="105865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912600" y="2333352"/>
            <a:ext cx="7849616" cy="6913636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24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9525600" y="2333352"/>
            <a:ext cx="7840800" cy="6913636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24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5352200" y="1371925"/>
            <a:ext cx="1566000" cy="7545585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42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1371600" y="1371925"/>
            <a:ext cx="13753800" cy="7545585"/>
          </a:xfrm>
        </p:spPr>
        <p:txBody>
          <a:bodyPr vert="eaVert" lIns="46800" tIns="46800" rIns="46800" bIns="46800"/>
          <a:lstStyle>
            <a:lvl1pPr marL="342900" indent="-342900">
              <a:spcAft>
                <a:spcPts val="1000"/>
              </a:spcAft>
              <a:defRPr spc="300"/>
            </a:lvl1pPr>
            <a:lvl2pPr marL="1029335" indent="-342900">
              <a:defRPr spc="300"/>
            </a:lvl2pPr>
            <a:lvl3pPr marL="1714500" indent="-342900">
              <a:defRPr spc="300"/>
            </a:lvl3pPr>
            <a:lvl4pPr marL="2400300" indent="-342900">
              <a:defRPr spc="300"/>
            </a:lvl4pPr>
            <a:lvl5pPr marL="3086735" indent="-3429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912600" y="1161275"/>
            <a:ext cx="16459200" cy="8226146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798200" y="3726882"/>
            <a:ext cx="14698800" cy="1528562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9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798200" y="5341864"/>
            <a:ext cx="14698800" cy="707567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36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912600" y="912816"/>
            <a:ext cx="16453800" cy="105865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912600" y="2236129"/>
            <a:ext cx="16453800" cy="714049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918000" y="9473842"/>
            <a:ext cx="4050000" cy="4753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5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6174000" y="9473842"/>
            <a:ext cx="5940000" cy="4753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5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13316400" y="9473842"/>
            <a:ext cx="4050000" cy="4753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5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371600" rtl="0" eaLnBrk="1" fontAlgn="auto" latinLnBrk="0" hangingPunct="1">
        <a:lnSpc>
          <a:spcPct val="100000"/>
        </a:lnSpc>
        <a:spcBef>
          <a:spcPct val="0"/>
        </a:spcBef>
        <a:buNone/>
        <a:defRPr sz="54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●"/>
        <a:defRPr sz="27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1029335" indent="-342900" algn="l" defTabSz="1371600" rtl="0" eaLnBrk="1" fontAlgn="auto" latinLnBrk="0" hangingPunct="1">
        <a:lnSpc>
          <a:spcPct val="120000"/>
        </a:lnSpc>
        <a:spcBef>
          <a:spcPct val="1000"/>
        </a:spcBef>
        <a:spcAft>
          <a:spcPts val="600"/>
        </a:spcAft>
        <a:buFont typeface="Arial" panose="020B0604020202020204" pitchFamily="34" charset="0"/>
        <a:buChar char="●"/>
        <a:tabLst>
          <a:tab pos="2415540" algn="l"/>
          <a:tab pos="2415540" algn="l"/>
          <a:tab pos="2415540" algn="l"/>
          <a:tab pos="2415540" algn="l"/>
        </a:tabLst>
        <a:defRPr sz="2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714500" indent="-342900" algn="l" defTabSz="1371600" rtl="0" eaLnBrk="1" fontAlgn="auto" latinLnBrk="0" hangingPunct="1">
        <a:lnSpc>
          <a:spcPct val="120000"/>
        </a:lnSpc>
        <a:spcBef>
          <a:spcPct val="1000"/>
        </a:spcBef>
        <a:spcAft>
          <a:spcPts val="600"/>
        </a:spcAft>
        <a:buFont typeface="Arial" panose="020B0604020202020204" pitchFamily="34" charset="0"/>
        <a:buChar char="●"/>
        <a:defRPr sz="2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2400300" indent="-342900" algn="l" defTabSz="1371600" rtl="0" eaLnBrk="1" fontAlgn="auto" latinLnBrk="0" hangingPunct="1">
        <a:lnSpc>
          <a:spcPct val="120000"/>
        </a:lnSpc>
        <a:spcBef>
          <a:spcPct val="1000"/>
        </a:spcBef>
        <a:spcAft>
          <a:spcPts val="300"/>
        </a:spcAft>
        <a:buFont typeface="Wingdings" panose="05000000000000000000" charset="0"/>
        <a:buChar char=""/>
        <a:defRPr sz="21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3086735" indent="-342900" algn="l" defTabSz="1371600" rtl="0" eaLnBrk="1" fontAlgn="auto" latinLnBrk="0" hangingPunct="1">
        <a:lnSpc>
          <a:spcPct val="120000"/>
        </a:lnSpc>
        <a:spcBef>
          <a:spcPct val="1000"/>
        </a:spcBef>
        <a:spcAft>
          <a:spcPts val="300"/>
        </a:spcAft>
        <a:buFont typeface="Arial" panose="020B0604020202020204" pitchFamily="34" charset="0"/>
        <a:buChar char="•"/>
        <a:defRPr sz="21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3773170" indent="-342900" algn="l" defTabSz="1371600" rtl="0" eaLnBrk="1" latinLnBrk="0" hangingPunct="1">
        <a:lnSpc>
          <a:spcPct val="90000"/>
        </a:lnSpc>
        <a:spcBef>
          <a:spcPct val="15100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9605" indent="-342900" algn="l" defTabSz="1371600" rtl="0" eaLnBrk="1" latinLnBrk="0" hangingPunct="1">
        <a:lnSpc>
          <a:spcPct val="90000"/>
        </a:lnSpc>
        <a:spcBef>
          <a:spcPct val="15100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5405" indent="-342900" algn="l" defTabSz="1371600" rtl="0" eaLnBrk="1" latinLnBrk="0" hangingPunct="1">
        <a:lnSpc>
          <a:spcPct val="90000"/>
        </a:lnSpc>
        <a:spcBef>
          <a:spcPct val="15100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30570" indent="-342900" algn="l" defTabSz="1371600" rtl="0" eaLnBrk="1" latinLnBrk="0" hangingPunct="1">
        <a:lnSpc>
          <a:spcPct val="90000"/>
        </a:lnSpc>
        <a:spcBef>
          <a:spcPct val="15100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835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607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2505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767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63.xml"/><Relationship Id="rId8" Type="http://schemas.openxmlformats.org/officeDocument/2006/relationships/image" Target="../media/image5.emf"/><Relationship Id="rId7" Type="http://schemas.openxmlformats.org/officeDocument/2006/relationships/oleObject" Target="file:///C:\Users\Administrator\Desktop\&#20849;&#20139;-B\&#30452;&#25773;&#25991;&#20214;\&#33410;&#28857;&#32479;&#35745;.xlsx!&#23637;&#31034;!R1C3" TargetMode="External"/><Relationship Id="rId6" Type="http://schemas.openxmlformats.org/officeDocument/2006/relationships/image" Target="../media/image4.emf"/><Relationship Id="rId5" Type="http://schemas.openxmlformats.org/officeDocument/2006/relationships/oleObject" Target="file:///C:\Users\Administrator\Desktop\&#20849;&#20139;-B\&#30452;&#25773;&#25991;&#20214;\&#33410;&#28857;&#32479;&#35745;.xlsx!&#23637;&#31034;!R4C1:R7C2" TargetMode="External"/><Relationship Id="rId4" Type="http://schemas.openxmlformats.org/officeDocument/2006/relationships/image" Target="../media/image3.emf"/><Relationship Id="rId3" Type="http://schemas.openxmlformats.org/officeDocument/2006/relationships/oleObject" Target="file:///C:\Users\Administrator\Desktop\&#20849;&#20139;-B\&#30452;&#25773;&#25991;&#20214;\&#33410;&#28857;&#32479;&#35745;.xlsx!&#23637;&#31034;!R11C4" TargetMode="External"/><Relationship Id="rId2" Type="http://schemas.openxmlformats.org/officeDocument/2006/relationships/image" Target="../media/image2.jpeg"/><Relationship Id="rId11" Type="http://schemas.openxmlformats.org/officeDocument/2006/relationships/vmlDrawing" Target="../drawings/vmlDrawing1.v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4.xml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图片 49" descr="背景图片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6763" y="2572835"/>
            <a:ext cx="9139238" cy="5143500"/>
          </a:xfrm>
          <a:prstGeom prst="rect">
            <a:avLst/>
          </a:prstGeom>
        </p:spPr>
      </p:pic>
      <p:sp>
        <p:nvSpPr>
          <p:cNvPr id="19" name="NODE_NAME"/>
          <p:cNvSpPr/>
          <p:nvPr/>
        </p:nvSpPr>
        <p:spPr>
          <a:xfrm>
            <a:off x="6396990" y="2786671"/>
            <a:ext cx="5501640" cy="935831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noAutofit/>
          </a:bodyPr>
          <a:p>
            <a:pPr algn="ctr"/>
            <a:r>
              <a:rPr lang="zh-CN" altLang="en-US" sz="5400" b="1">
                <a:solidFill>
                  <a:schemeClr val="bg1"/>
                </a:solidFill>
                <a:effectLst>
                  <a:reflection blurRad="6350" stA="53000" endA="300" endPos="35500" dir="5400000" sy="-90000" algn="bl" rotWithShape="0"/>
                </a:effectLst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🚀</a:t>
            </a:r>
            <a:r>
              <a:rPr lang="en-US" altLang="zh-CN" sz="5400" b="1">
                <a:solidFill>
                  <a:schemeClr val="bg1"/>
                </a:solidFill>
                <a:effectLst>
                  <a:reflection blurRad="6350" stA="53000" endA="300" endPos="35500" dir="5400000" sy="-90000" algn="bl" rotWithShape="0"/>
                </a:effectLst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 </a:t>
            </a:r>
            <a:r>
              <a:rPr lang="zh-CN" altLang="en-US" sz="5400" b="1">
                <a:solidFill>
                  <a:schemeClr val="bg1"/>
                </a:solidFill>
                <a:effectLst>
                  <a:reflection blurRad="6350" stA="53000" endA="300" endPos="35500" dir="5400000" sy="-90000" algn="bl" rotWithShape="0"/>
                </a:effectLst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免费节点</a:t>
            </a:r>
            <a:r>
              <a:rPr lang="en-US" altLang="zh-CN" sz="5400" b="1">
                <a:solidFill>
                  <a:schemeClr val="accent4">
                    <a:lumMod val="20000"/>
                    <a:lumOff val="8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 </a:t>
            </a:r>
            <a:r>
              <a:rPr lang="zh-CN" altLang="en-US" sz="5400" b="1">
                <a:solidFill>
                  <a:srgbClr val="FFFF00"/>
                </a:solidFill>
                <a:effectLst>
                  <a:reflection blurRad="6350" stA="53000" endA="300" endPos="35500" dir="5400000" sy="-90000" algn="bl" rotWithShape="0"/>
                </a:effectLst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分享</a:t>
            </a:r>
            <a:endParaRPr lang="zh-CN" altLang="en-US" sz="5400" b="1">
              <a:solidFill>
                <a:srgbClr val="FFFF00"/>
              </a:solidFill>
              <a:effectLst>
                <a:reflection blurRad="6350" stA="53000" endA="300" endPos="35500" dir="5400000" sy="-90000" algn="bl" rotWithShape="0"/>
              </a:effectLst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4572000" y="7091495"/>
            <a:ext cx="9139714" cy="624840"/>
          </a:xfrm>
          <a:prstGeom prst="rect">
            <a:avLst/>
          </a:prstGeom>
          <a:solidFill>
            <a:schemeClr val="accent5">
              <a:alpha val="1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25" name="圆角矩形 24"/>
          <p:cNvSpPr/>
          <p:nvPr/>
        </p:nvSpPr>
        <p:spPr>
          <a:xfrm>
            <a:off x="5982176" y="3847280"/>
            <a:ext cx="2806065" cy="2839403"/>
          </a:xfrm>
          <a:prstGeom prst="roundRect">
            <a:avLst>
              <a:gd name="adj" fmla="val 7982"/>
            </a:avLst>
          </a:prstGeom>
          <a:solidFill>
            <a:schemeClr val="bg2">
              <a:alpha val="36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27" name="文本框 26"/>
          <p:cNvSpPr txBox="1"/>
          <p:nvPr/>
        </p:nvSpPr>
        <p:spPr>
          <a:xfrm>
            <a:off x="5982176" y="5528442"/>
            <a:ext cx="2806065" cy="1004888"/>
          </a:xfrm>
          <a:prstGeom prst="rect">
            <a:avLst/>
          </a:prstGeom>
          <a:effectLst>
            <a:softEdge rad="50800"/>
          </a:effectLst>
        </p:spPr>
        <p:style>
          <a:lnRef idx="0">
            <a:srgbClr val="FFFFFF"/>
          </a:lnRef>
          <a:fillRef idx="1">
            <a:schemeClr val="accent4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>
            <a:noAutofit/>
          </a:bodyPr>
          <a:p>
            <a:pPr algn="ctr">
              <a:lnSpc>
                <a:spcPct val="150000"/>
              </a:lnSpc>
            </a:pPr>
            <a:r>
              <a:rPr lang="zh-CN" altLang="en-US" b="1">
                <a:solidFill>
                  <a:schemeClr val="tx1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</a:rPr>
              <a:t>扫描屏幕上二维码</a:t>
            </a:r>
            <a:br>
              <a:rPr lang="zh-CN" altLang="en-US" b="1">
                <a:solidFill>
                  <a:schemeClr val="tx1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</a:rPr>
            </a:br>
            <a:r>
              <a:rPr lang="zh-CN" altLang="en-US" b="1">
                <a:solidFill>
                  <a:schemeClr val="tx1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</a:rPr>
              <a:t>导入节点即可使用</a:t>
            </a:r>
            <a:endParaRPr lang="zh-CN" altLang="en-US" b="1">
              <a:solidFill>
                <a:schemeClr val="tx1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5982176" y="4060640"/>
            <a:ext cx="2711768" cy="1672114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noAutofit/>
            <a:scene3d>
              <a:camera prst="orthographicFront"/>
              <a:lightRig rig="threePt" dir="t"/>
            </a:scene3d>
          </a:bodyPr>
          <a:p>
            <a:pPr indent="0" algn="l" fontAlgn="auto">
              <a:spcBef>
                <a:spcPts val="1200"/>
              </a:spcBef>
            </a:pPr>
            <a:r>
              <a:rPr lang="zh-CN" altLang="en-US" b="1">
                <a:ln>
                  <a:noFill/>
                </a:ln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服务器：</a:t>
            </a:r>
            <a:endParaRPr lang="zh-CN" altLang="en-US" b="1">
              <a:ln>
                <a:noFill/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  <a:p>
            <a:pPr indent="0" algn="l" fontAlgn="auto">
              <a:spcBef>
                <a:spcPts val="1200"/>
              </a:spcBef>
            </a:pPr>
            <a:r>
              <a:rPr lang="zh-CN" altLang="en-US" b="1">
                <a:ln>
                  <a:noFill/>
                </a:ln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地</a:t>
            </a:r>
            <a:r>
              <a:rPr lang="en-US" altLang="zh-CN" b="1">
                <a:ln>
                  <a:noFill/>
                </a:ln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  </a:t>
            </a:r>
            <a:r>
              <a:rPr lang="zh-CN" altLang="en-US" b="1">
                <a:ln>
                  <a:noFill/>
                </a:ln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区：</a:t>
            </a:r>
            <a:endParaRPr lang="zh-CN" altLang="en-US" b="1">
              <a:ln>
                <a:noFill/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  <a:p>
            <a:pPr indent="0" algn="l" fontAlgn="auto">
              <a:spcBef>
                <a:spcPts val="1200"/>
              </a:spcBef>
            </a:pPr>
            <a:r>
              <a:rPr lang="zh-CN" altLang="en-US" b="1">
                <a:ln>
                  <a:noFill/>
                </a:ln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速</a:t>
            </a:r>
            <a:r>
              <a:rPr lang="en-US" altLang="zh-CN" b="1">
                <a:ln>
                  <a:noFill/>
                </a:ln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  </a:t>
            </a:r>
            <a:r>
              <a:rPr lang="zh-CN" altLang="en-US" b="1">
                <a:ln>
                  <a:noFill/>
                </a:ln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度：</a:t>
            </a:r>
            <a:endParaRPr lang="zh-CN" altLang="en-US" b="1">
              <a:ln>
                <a:noFill/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10178891" y="7160551"/>
            <a:ext cx="3532346" cy="541496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noAutofit/>
            <a:scene3d>
              <a:camera prst="orthographicFront"/>
              <a:lightRig rig="threePt" dir="t"/>
            </a:scene3d>
          </a:bodyPr>
          <a:p>
            <a:pPr indent="0" algn="l" fontAlgn="auto">
              <a:spcBef>
                <a:spcPts val="1200"/>
              </a:spcBef>
            </a:pPr>
            <a:r>
              <a:rPr lang="zh-CN" altLang="en-US" sz="300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资源来自公共互联网</a:t>
            </a:r>
            <a:endParaRPr lang="zh-CN" altLang="en-US" sz="3000">
              <a:ln>
                <a:noFill/>
              </a:ln>
              <a:solidFill>
                <a:schemeClr val="bg2">
                  <a:lumMod val="90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</p:txBody>
      </p:sp>
      <p:pic>
        <p:nvPicPr>
          <p:cNvPr id="37" name="图片 36" descr="小V头像_750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54" y="7160551"/>
            <a:ext cx="491014" cy="491014"/>
          </a:xfrm>
          <a:prstGeom prst="roundRect">
            <a:avLst>
              <a:gd name="adj" fmla="val 28128"/>
            </a:avLst>
          </a:prstGeom>
        </p:spPr>
      </p:pic>
      <p:sp>
        <p:nvSpPr>
          <p:cNvPr id="45" name="圆角矩形 44"/>
          <p:cNvSpPr/>
          <p:nvPr/>
        </p:nvSpPr>
        <p:spPr>
          <a:xfrm>
            <a:off x="9349264" y="3847280"/>
            <a:ext cx="2806065" cy="2839403"/>
          </a:xfrm>
          <a:prstGeom prst="roundRect">
            <a:avLst>
              <a:gd name="adj" fmla="val 7982"/>
            </a:avLst>
          </a:prstGeom>
          <a:solidFill>
            <a:schemeClr val="bg2">
              <a:alpha val="36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graphicFrame>
        <p:nvGraphicFramePr>
          <p:cNvPr id="6" name="对象 5"/>
          <p:cNvGraphicFramePr>
            <a:graphicFrameLocks noChangeAspect="1"/>
          </p:cNvGraphicFramePr>
          <p:nvPr/>
        </p:nvGraphicFramePr>
        <p:xfrm>
          <a:off x="9504918" y="4018889"/>
          <a:ext cx="2494280" cy="249999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" name="" r:id="rId3" imgW="3343275" imgH="3343275" progId="Excel.Sheet.12">
                  <p:link updateAutomatic="1"/>
                </p:oleObj>
              </mc:Choice>
              <mc:Fallback>
                <p:oleObj name="" r:id="rId3" imgW="3343275" imgH="3343275" progId="Excel.Sheet.12">
                  <p:link updateAutomatic="1"/>
                  <p:pic>
                    <p:nvPicPr>
                      <p:cNvPr id="0" name="图片 6"/>
                      <p:cNvPicPr/>
                      <p:nvPr/>
                    </p:nvPicPr>
                    <p:blipFill>
                      <a:blip r:embed="rId4"/>
                      <a:srcRect l="532" t="228" r="1443" b="1481"/>
                      <a:stretch>
                        <a:fillRect/>
                      </a:stretch>
                    </p:blipFill>
                    <p:spPr>
                      <a:xfrm>
                        <a:off x="9504918" y="4018889"/>
                        <a:ext cx="2494280" cy="249999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对象 3"/>
          <p:cNvGraphicFramePr>
            <a:graphicFrameLocks noChangeAspect="1"/>
          </p:cNvGraphicFramePr>
          <p:nvPr/>
        </p:nvGraphicFramePr>
        <p:xfrm>
          <a:off x="6027420" y="4135411"/>
          <a:ext cx="2713196" cy="10744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" name="" r:id="rId5" imgW="2152650" imgH="847725" progId="Excel.Sheet.12">
                  <p:link updateAutomatic="1"/>
                </p:oleObj>
              </mc:Choice>
              <mc:Fallback>
                <p:oleObj name="" r:id="rId5" imgW="2152650" imgH="847725" progId="Excel.Sheet.12">
                  <p:link updateAutomatic="1"/>
                  <p:pic>
                    <p:nvPicPr>
                      <p:cNvPr id="0" name="图片 4"/>
                      <p:cNvPicPr/>
                      <p:nvPr/>
                    </p:nvPicPr>
                    <p:blipFill>
                      <a:blip r:embed="rId6"/>
                      <a:srcRect l="1613" t="1164" r="1681" b="1595"/>
                      <a:stretch>
                        <a:fillRect/>
                      </a:stretch>
                    </p:blipFill>
                    <p:spPr>
                      <a:xfrm>
                        <a:off x="6027420" y="4135411"/>
                        <a:ext cx="2713196" cy="107442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对象 11"/>
          <p:cNvGraphicFramePr>
            <a:graphicFrameLocks noChangeAspect="1"/>
          </p:cNvGraphicFramePr>
          <p:nvPr/>
        </p:nvGraphicFramePr>
        <p:xfrm>
          <a:off x="7150418" y="7193889"/>
          <a:ext cx="466725" cy="40147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" name="" r:id="rId7" imgW="476250" imgH="409575" progId="Excel.Sheet.12">
                  <p:link updateAutomatic="1"/>
                </p:oleObj>
              </mc:Choice>
              <mc:Fallback>
                <p:oleObj name="" r:id="rId7" imgW="476250" imgH="409575" progId="Excel.Sheet.12">
                  <p:link updateAutomatic="1"/>
                  <p:pic>
                    <p:nvPicPr>
                      <p:cNvPr id="0" name="图片 12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7150418" y="7193889"/>
                        <a:ext cx="466725" cy="40147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custDataLst>
      <p:tags r:id="rId9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图片 49" descr="背景图片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337530" cy="10288905"/>
          </a:xfrm>
          <a:prstGeom prst="rect">
            <a:avLst/>
          </a:prstGeom>
        </p:spPr>
      </p:pic>
      <p:sp>
        <p:nvSpPr>
          <p:cNvPr id="2" name="圆角矩形 1"/>
          <p:cNvSpPr/>
          <p:nvPr/>
        </p:nvSpPr>
        <p:spPr>
          <a:xfrm>
            <a:off x="3830955" y="3461385"/>
            <a:ext cx="4712335" cy="4723130"/>
          </a:xfrm>
          <a:prstGeom prst="roundRect">
            <a:avLst>
              <a:gd name="adj" fmla="val 7982"/>
            </a:avLst>
          </a:prstGeom>
          <a:solidFill>
            <a:schemeClr val="bg2">
              <a:alpha val="36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19" name="NODE_NAME"/>
          <p:cNvSpPr/>
          <p:nvPr/>
        </p:nvSpPr>
        <p:spPr>
          <a:xfrm>
            <a:off x="4245610" y="900430"/>
            <a:ext cx="9792335" cy="183134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noAutofit/>
          </a:bodyPr>
          <a:p>
            <a:pPr algn="ctr"/>
            <a:r>
              <a:rPr lang="zh-CN" altLang="en-US" sz="9600" b="1">
                <a:solidFill>
                  <a:schemeClr val="bg1"/>
                </a:solidFill>
                <a:effectLst>
                  <a:reflection blurRad="6350" stA="53000" endA="300" endPos="35500" dir="5400000" sy="-90000" algn="bl" rotWithShape="0"/>
                </a:effectLst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🚀</a:t>
            </a:r>
            <a:r>
              <a:rPr lang="en-US" altLang="zh-CN" sz="9600" b="1">
                <a:solidFill>
                  <a:schemeClr val="bg1"/>
                </a:solidFill>
                <a:effectLst>
                  <a:reflection blurRad="6350" stA="53000" endA="300" endPos="35500" dir="5400000" sy="-90000" algn="bl" rotWithShape="0"/>
                </a:effectLst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 </a:t>
            </a:r>
            <a:r>
              <a:rPr lang="zh-CN" altLang="en-US" sz="9600" b="1">
                <a:solidFill>
                  <a:schemeClr val="bg1"/>
                </a:solidFill>
                <a:effectLst>
                  <a:reflection blurRad="6350" stA="53000" endA="300" endPos="35500" dir="5400000" sy="-90000" algn="bl" rotWithShape="0"/>
                </a:effectLst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免费节点</a:t>
            </a:r>
            <a:r>
              <a:rPr lang="en-US" altLang="zh-CN" sz="9600" b="1">
                <a:solidFill>
                  <a:schemeClr val="accent4">
                    <a:lumMod val="20000"/>
                    <a:lumOff val="8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 </a:t>
            </a:r>
            <a:r>
              <a:rPr lang="zh-CN" altLang="en-US" sz="9600" b="1">
                <a:solidFill>
                  <a:srgbClr val="FFFF00"/>
                </a:solidFill>
                <a:effectLst>
                  <a:reflection blurRad="6350" stA="53000" endA="300" endPos="35500" dir="5400000" sy="-90000" algn="bl" rotWithShape="0"/>
                </a:effectLst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分享</a:t>
            </a:r>
            <a:endParaRPr lang="zh-CN" altLang="en-US" sz="9600" b="1">
              <a:solidFill>
                <a:srgbClr val="FFFF00"/>
              </a:solidFill>
              <a:effectLst>
                <a:reflection blurRad="6350" stA="53000" endA="300" endPos="35500" dir="5400000" sy="-90000" algn="bl" rotWithShape="0"/>
              </a:effectLst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0" y="9182100"/>
            <a:ext cx="18337530" cy="1106170"/>
          </a:xfrm>
          <a:prstGeom prst="rect">
            <a:avLst/>
          </a:prstGeom>
          <a:solidFill>
            <a:schemeClr val="accent5">
              <a:alpha val="1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27" name="文本框 26"/>
          <p:cNvSpPr txBox="1"/>
          <p:nvPr/>
        </p:nvSpPr>
        <p:spPr>
          <a:xfrm>
            <a:off x="3832225" y="6343650"/>
            <a:ext cx="4711065" cy="1479550"/>
          </a:xfrm>
          <a:prstGeom prst="rect">
            <a:avLst/>
          </a:prstGeom>
          <a:effectLst>
            <a:softEdge rad="50800"/>
          </a:effectLst>
        </p:spPr>
        <p:style>
          <a:lnRef idx="0">
            <a:srgbClr val="FFFFFF"/>
          </a:lnRef>
          <a:fillRef idx="1">
            <a:schemeClr val="accent4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>
            <a:noAutofit/>
          </a:bodyPr>
          <a:p>
            <a:pPr algn="ctr">
              <a:lnSpc>
                <a:spcPct val="150000"/>
              </a:lnSpc>
            </a:pPr>
            <a:r>
              <a:rPr lang="zh-CN" altLang="en-US" sz="2800" b="1">
                <a:solidFill>
                  <a:schemeClr val="tx1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</a:rPr>
              <a:t>扫描屏幕上二维码</a:t>
            </a:r>
            <a:br>
              <a:rPr lang="zh-CN" altLang="en-US" sz="2800" b="1">
                <a:solidFill>
                  <a:schemeClr val="tx1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</a:rPr>
            </a:br>
            <a:r>
              <a:rPr lang="zh-CN" altLang="en-US" sz="2800" b="1">
                <a:solidFill>
                  <a:schemeClr val="tx1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</a:rPr>
              <a:t>导入节点即可使用</a:t>
            </a:r>
            <a:endParaRPr lang="zh-CN" altLang="en-US" sz="2800" b="1">
              <a:solidFill>
                <a:schemeClr val="tx1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3830320" y="3848100"/>
            <a:ext cx="4711700" cy="213233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noAutofit/>
            <a:scene3d>
              <a:camera prst="orthographicFront"/>
              <a:lightRig rig="threePt" dir="t"/>
            </a:scene3d>
          </a:bodyPr>
          <a:p>
            <a:pPr algn="l" fontAlgn="auto">
              <a:spcBef>
                <a:spcPts val="1200"/>
              </a:spcBef>
              <a:buClrTx/>
              <a:buSzTx/>
              <a:buFontTx/>
            </a:pPr>
            <a:r>
              <a:rPr lang="zh-CN" altLang="en-US" sz="3600">
                <a:ln>
                  <a:noFill/>
                </a:ln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ea"/>
                <a:ea typeface="+mj-ea"/>
                <a:cs typeface="+mj-ea"/>
              </a:rPr>
              <a:t>服务器：</a:t>
            </a:r>
            <a:endParaRPr lang="zh-CN" altLang="en-US" sz="3600">
              <a:ln>
                <a:noFill/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+mj-ea"/>
              <a:ea typeface="+mj-ea"/>
              <a:cs typeface="+mj-ea"/>
            </a:endParaRPr>
          </a:p>
          <a:p>
            <a:pPr indent="0" algn="l" fontAlgn="auto">
              <a:spcBef>
                <a:spcPts val="1200"/>
              </a:spcBef>
            </a:pPr>
            <a:r>
              <a:rPr lang="zh-CN" altLang="en-US" sz="3600">
                <a:ln>
                  <a:noFill/>
                </a:ln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ea"/>
                <a:ea typeface="+mj-ea"/>
                <a:cs typeface="+mj-ea"/>
              </a:rPr>
              <a:t>地</a:t>
            </a:r>
            <a:r>
              <a:rPr lang="en-US" altLang="zh-CN" sz="3600">
                <a:ln>
                  <a:noFill/>
                </a:ln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ea"/>
                <a:ea typeface="+mj-ea"/>
                <a:cs typeface="+mj-ea"/>
              </a:rPr>
              <a:t>   </a:t>
            </a:r>
            <a:r>
              <a:rPr lang="zh-CN" altLang="en-US" sz="3600">
                <a:ln>
                  <a:noFill/>
                </a:ln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ea"/>
                <a:ea typeface="+mj-ea"/>
                <a:cs typeface="+mj-ea"/>
              </a:rPr>
              <a:t>区：</a:t>
            </a:r>
            <a:endParaRPr lang="zh-CN" altLang="en-US" sz="3600">
              <a:ln>
                <a:noFill/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+mj-ea"/>
              <a:ea typeface="+mj-ea"/>
              <a:cs typeface="+mj-ea"/>
            </a:endParaRPr>
          </a:p>
          <a:p>
            <a:pPr algn="l" fontAlgn="auto">
              <a:spcBef>
                <a:spcPts val="1200"/>
              </a:spcBef>
              <a:buClrTx/>
              <a:buSzTx/>
              <a:buFontTx/>
            </a:pPr>
            <a:r>
              <a:rPr lang="zh-CN" altLang="en-US" sz="3600">
                <a:ln>
                  <a:noFill/>
                </a:ln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ea"/>
                <a:ea typeface="+mj-ea"/>
                <a:cs typeface="+mj-ea"/>
              </a:rPr>
              <a:t>协  </a:t>
            </a:r>
            <a:r>
              <a:rPr lang="en-US" altLang="zh-CN" sz="3600">
                <a:ln>
                  <a:noFill/>
                </a:ln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ea"/>
                <a:ea typeface="+mj-ea"/>
                <a:cs typeface="+mj-ea"/>
              </a:rPr>
              <a:t> </a:t>
            </a:r>
            <a:r>
              <a:rPr lang="zh-CN" altLang="en-US" sz="3600">
                <a:ln>
                  <a:noFill/>
                </a:ln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ea"/>
                <a:ea typeface="+mj-ea"/>
                <a:cs typeface="+mj-ea"/>
              </a:rPr>
              <a:t>议：</a:t>
            </a:r>
            <a:endParaRPr lang="zh-CN" altLang="en-US" sz="3600">
              <a:ln>
                <a:noFill/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+mj-ea"/>
              <a:ea typeface="+mj-ea"/>
              <a:cs typeface="+mj-ea"/>
            </a:endParaRPr>
          </a:p>
          <a:p>
            <a:pPr algn="l" fontAlgn="auto">
              <a:spcBef>
                <a:spcPts val="1200"/>
              </a:spcBef>
              <a:buClrTx/>
              <a:buSzTx/>
              <a:buFontTx/>
            </a:pPr>
            <a:endParaRPr lang="en-US" altLang="zh-CN" sz="3600">
              <a:ln>
                <a:noFill/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+mj-ea"/>
              <a:ea typeface="+mj-ea"/>
              <a:cs typeface="+mj-ea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12892405" y="9363075"/>
            <a:ext cx="5102860" cy="76581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noAutofit/>
            <a:scene3d>
              <a:camera prst="orthographicFront"/>
              <a:lightRig rig="threePt" dir="t"/>
            </a:scene3d>
          </a:bodyPr>
          <a:p>
            <a:pPr indent="0" algn="l" fontAlgn="auto">
              <a:spcBef>
                <a:spcPts val="1200"/>
              </a:spcBef>
            </a:pPr>
            <a:r>
              <a:rPr lang="zh-CN" altLang="en-US" sz="440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资源来自公共互联网</a:t>
            </a:r>
            <a:endParaRPr lang="zh-CN" altLang="en-US" sz="4400">
              <a:ln>
                <a:noFill/>
              </a:ln>
              <a:solidFill>
                <a:schemeClr val="bg2">
                  <a:lumMod val="90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</p:txBody>
      </p:sp>
      <p:pic>
        <p:nvPicPr>
          <p:cNvPr id="37" name="图片 36" descr="小V头像_750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9363710"/>
            <a:ext cx="765175" cy="765175"/>
          </a:xfrm>
          <a:prstGeom prst="roundRect">
            <a:avLst>
              <a:gd name="adj" fmla="val 28128"/>
            </a:avLst>
          </a:prstGeom>
        </p:spPr>
      </p:pic>
      <p:sp>
        <p:nvSpPr>
          <p:cNvPr id="45" name="圆角矩形 44"/>
          <p:cNvSpPr/>
          <p:nvPr/>
        </p:nvSpPr>
        <p:spPr>
          <a:xfrm>
            <a:off x="9790430" y="3461385"/>
            <a:ext cx="4712335" cy="4723130"/>
          </a:xfrm>
          <a:prstGeom prst="roundRect">
            <a:avLst>
              <a:gd name="adj" fmla="val 7982"/>
            </a:avLst>
          </a:prstGeom>
          <a:solidFill>
            <a:schemeClr val="bg2">
              <a:alpha val="36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</a:spPr>
      <a:bodyPr rtlCol="0" anchor="ctr"/>
      <a:lstStyle>
        <a:defPPr algn="ctr">
          <a:defRPr lang="zh-CN" altLang="en-US"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102</Words>
  <Application>WPS 演示</Application>
  <PresentationFormat>宽屏</PresentationFormat>
  <Paragraphs>21</Paragraphs>
  <Slides>2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2" baseType="lpstr">
      <vt:lpstr>Arial</vt:lpstr>
      <vt:lpstr>宋体</vt:lpstr>
      <vt:lpstr>Wingdings</vt:lpstr>
      <vt:lpstr>Wingdings</vt:lpstr>
      <vt:lpstr>黑体</vt:lpstr>
      <vt:lpstr>仿宋</vt:lpstr>
      <vt:lpstr>微软雅黑</vt:lpstr>
      <vt:lpstr>Arial Unicode MS</vt:lpstr>
      <vt:lpstr>Calibri</vt:lpstr>
      <vt:lpstr>WPS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Micheal</cp:lastModifiedBy>
  <cp:revision>188</cp:revision>
  <dcterms:created xsi:type="dcterms:W3CDTF">2019-06-19T02:08:00Z</dcterms:created>
  <dcterms:modified xsi:type="dcterms:W3CDTF">2026-06-08T02:25:41Z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61F827B20729470AA75E9713AF383B78_13</vt:lpwstr>
  </property>
</Properties>
</file>