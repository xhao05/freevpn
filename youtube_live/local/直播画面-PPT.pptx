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8288000" cy="1028827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7E6E6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240"/>
        <p:guide pos="57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98200" y="1371925"/>
            <a:ext cx="14698800" cy="385651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798200" y="5341864"/>
            <a:ext cx="14698800" cy="220912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835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6070" indent="0" algn="ctr">
              <a:buNone/>
              <a:defRPr sz="2400"/>
            </a:lvl7pPr>
            <a:lvl8pPr marL="4802505" indent="0" algn="ctr">
              <a:buNone/>
              <a:defRPr sz="2400"/>
            </a:lvl8pPr>
            <a:lvl9pPr marL="548767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912816"/>
            <a:ext cx="16453800" cy="105865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912600" y="2236129"/>
            <a:ext cx="16453800" cy="714049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986200" y="5773966"/>
            <a:ext cx="11653200" cy="115047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986200" y="6924438"/>
            <a:ext cx="11653200" cy="130170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83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60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250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76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912816"/>
            <a:ext cx="16453800" cy="105865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912600" y="2252333"/>
            <a:ext cx="7765200" cy="712428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617400" y="2252333"/>
            <a:ext cx="7765200" cy="712428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912816"/>
            <a:ext cx="16453800" cy="105865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912600" y="2144307"/>
            <a:ext cx="8013600" cy="5725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835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6070" indent="0">
              <a:buNone/>
              <a:defRPr sz="2400" b="1"/>
            </a:lvl7pPr>
            <a:lvl8pPr marL="4802505" indent="0">
              <a:buNone/>
              <a:defRPr sz="2400" b="1"/>
            </a:lvl8pPr>
            <a:lvl9pPr marL="548767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12600" y="2781658"/>
            <a:ext cx="8013600" cy="65949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9353625" y="2133098"/>
            <a:ext cx="8013600" cy="57253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835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6070" indent="0">
              <a:buNone/>
              <a:defRPr sz="2400" b="1"/>
            </a:lvl7pPr>
            <a:lvl8pPr marL="4802505" indent="0">
              <a:buNone/>
              <a:defRPr sz="2400" b="1"/>
            </a:lvl8pPr>
            <a:lvl9pPr marL="5487670" indent="0">
              <a:buNone/>
              <a:defRPr sz="24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9353625" y="2781658"/>
            <a:ext cx="8013600" cy="65949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912816"/>
            <a:ext cx="16453800" cy="105865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912600" y="2333352"/>
            <a:ext cx="7849616" cy="691363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9525600" y="2333352"/>
            <a:ext cx="7840800" cy="691363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5352200" y="1371925"/>
            <a:ext cx="1566000" cy="754558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371600" y="1371925"/>
            <a:ext cx="13753800" cy="7545585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9335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735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12600" y="1161275"/>
            <a:ext cx="16459200" cy="82261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798200" y="3726882"/>
            <a:ext cx="14698800" cy="152856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798200" y="5341864"/>
            <a:ext cx="14698800" cy="70756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912600" y="912816"/>
            <a:ext cx="16453800" cy="105865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912600" y="2236129"/>
            <a:ext cx="16453800" cy="71404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918000" y="9473842"/>
            <a:ext cx="4050000" cy="475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6174000" y="9473842"/>
            <a:ext cx="5940000" cy="475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3316400" y="9473842"/>
            <a:ext cx="4050000" cy="475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9335" indent="-342900" algn="l" defTabSz="13716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415540" algn="l"/>
          <a:tab pos="2415540" algn="l"/>
          <a:tab pos="2415540" algn="l"/>
          <a:tab pos="2415540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735" indent="-342900" algn="l" defTabSz="13716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3170" indent="-342900" algn="l" defTabSz="1371600" rtl="0" eaLnBrk="1" latinLnBrk="0" hangingPunct="1">
        <a:lnSpc>
          <a:spcPct val="90000"/>
        </a:lnSpc>
        <a:spcBef>
          <a:spcPct val="151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9605" indent="-342900" algn="l" defTabSz="1371600" rtl="0" eaLnBrk="1" latinLnBrk="0" hangingPunct="1">
        <a:lnSpc>
          <a:spcPct val="90000"/>
        </a:lnSpc>
        <a:spcBef>
          <a:spcPct val="151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5405" indent="-342900" algn="l" defTabSz="1371600" rtl="0" eaLnBrk="1" latinLnBrk="0" hangingPunct="1">
        <a:lnSpc>
          <a:spcPct val="90000"/>
        </a:lnSpc>
        <a:spcBef>
          <a:spcPct val="151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30570" indent="-342900" algn="l" defTabSz="1371600" rtl="0" eaLnBrk="1" latinLnBrk="0" hangingPunct="1">
        <a:lnSpc>
          <a:spcPct val="90000"/>
        </a:lnSpc>
        <a:spcBef>
          <a:spcPct val="151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835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607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2505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767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背景图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337530" cy="10288905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3830955" y="3461385"/>
            <a:ext cx="4712335" cy="4723130"/>
          </a:xfrm>
          <a:prstGeom prst="roundRect">
            <a:avLst>
              <a:gd name="adj" fmla="val 7982"/>
            </a:avLst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9" name="NODE_NAME"/>
          <p:cNvSpPr/>
          <p:nvPr/>
        </p:nvSpPr>
        <p:spPr>
          <a:xfrm>
            <a:off x="4245610" y="900430"/>
            <a:ext cx="9792335" cy="18313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9600" b="1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🚀</a:t>
            </a:r>
            <a:r>
              <a:rPr lang="en-US" altLang="zh-CN" sz="9600" b="1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9600" b="1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免费节点</a:t>
            </a:r>
            <a:r>
              <a:rPr lang="en-US" altLang="zh-CN" sz="9600" b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9600" b="1"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分享</a:t>
            </a:r>
            <a:endParaRPr lang="zh-CN" altLang="en-US" sz="9600" b="1">
              <a:solidFill>
                <a:srgbClr val="FFFF00"/>
              </a:solidFill>
              <a:effectLst>
                <a:reflection blurRad="6350" stA="53000" endA="300" endPos="35500" dir="5400000" sy="-90000" algn="bl" rotWithShape="0"/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0" y="9182100"/>
            <a:ext cx="18337530" cy="1106170"/>
          </a:xfrm>
          <a:prstGeom prst="rect">
            <a:avLst/>
          </a:prstGeom>
          <a:solidFill>
            <a:schemeClr val="accent5">
              <a:alpha val="1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7" name="文本框 26"/>
          <p:cNvSpPr txBox="1"/>
          <p:nvPr/>
        </p:nvSpPr>
        <p:spPr>
          <a:xfrm>
            <a:off x="3832225" y="6343650"/>
            <a:ext cx="4711065" cy="1479550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扫描屏幕上二维码</a:t>
            </a:r>
            <a:br>
              <a:rPr lang="zh-CN" altLang="en-US" sz="2800" b="1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zh-CN" altLang="en-US" sz="2800" b="1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导入节点即可使用</a:t>
            </a:r>
            <a:endParaRPr lang="zh-CN" altLang="en-US" sz="2800" b="1">
              <a:solidFill>
                <a:schemeClr val="tx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830320" y="3848100"/>
            <a:ext cx="4711700" cy="21323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l" fontAlgn="auto">
              <a:spcBef>
                <a:spcPts val="1200"/>
              </a:spcBef>
              <a:buClrTx/>
              <a:buSzTx/>
              <a:buFontTx/>
            </a:pPr>
            <a:r>
              <a:rPr lang="zh-CN" altLang="en-US" sz="32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服务器：</a:t>
            </a:r>
            <a:endParaRPr lang="zh-CN" altLang="en-US" sz="320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indent="0" algn="l" fontAlgn="auto">
              <a:spcBef>
                <a:spcPts val="1200"/>
              </a:spcBef>
            </a:pPr>
            <a:r>
              <a:rPr lang="zh-CN" altLang="en-US" sz="32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地</a:t>
            </a:r>
            <a:r>
              <a:rPr lang="en-US" altLang="zh-CN" sz="32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   </a:t>
            </a:r>
            <a:r>
              <a:rPr lang="zh-CN" altLang="en-US" sz="32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区：</a:t>
            </a:r>
            <a:endParaRPr lang="zh-CN" altLang="en-US" sz="320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algn="l" fontAlgn="auto">
              <a:spcBef>
                <a:spcPts val="1200"/>
              </a:spcBef>
              <a:buClrTx/>
              <a:buSzTx/>
              <a:buFontTx/>
            </a:pPr>
            <a:r>
              <a:rPr lang="zh-CN" altLang="en-US" sz="32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协  </a:t>
            </a:r>
            <a:r>
              <a:rPr lang="en-US" altLang="zh-CN" sz="32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 </a:t>
            </a:r>
            <a:r>
              <a:rPr lang="zh-CN" altLang="en-US" sz="32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议：</a:t>
            </a:r>
            <a:endParaRPr lang="zh-CN" altLang="en-US" sz="320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algn="l" fontAlgn="auto">
              <a:spcBef>
                <a:spcPts val="1200"/>
              </a:spcBef>
              <a:buClrTx/>
              <a:buSzTx/>
              <a:buFontTx/>
            </a:pPr>
            <a:endParaRPr lang="en-US" altLang="zh-CN" sz="320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2892405" y="9363075"/>
            <a:ext cx="5102860" cy="7658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indent="0" algn="l" fontAlgn="auto">
              <a:spcBef>
                <a:spcPts val="1200"/>
              </a:spcBef>
            </a:pPr>
            <a:r>
              <a:rPr lang="zh-CN" altLang="en-US" sz="440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资源来自公共互联网</a:t>
            </a:r>
            <a:endParaRPr lang="zh-CN" altLang="en-US" sz="4400">
              <a:ln>
                <a:noFill/>
              </a:ln>
              <a:solidFill>
                <a:schemeClr val="bg2">
                  <a:lumMod val="9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37" name="图片 36" descr="小V头像_750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9363710"/>
            <a:ext cx="765175" cy="765175"/>
          </a:xfrm>
          <a:prstGeom prst="roundRect">
            <a:avLst>
              <a:gd name="adj" fmla="val 28128"/>
            </a:avLst>
          </a:prstGeom>
        </p:spPr>
      </p:pic>
      <p:sp>
        <p:nvSpPr>
          <p:cNvPr id="45" name="圆角矩形 44"/>
          <p:cNvSpPr/>
          <p:nvPr/>
        </p:nvSpPr>
        <p:spPr>
          <a:xfrm>
            <a:off x="9790430" y="3461385"/>
            <a:ext cx="4712335" cy="4723130"/>
          </a:xfrm>
          <a:prstGeom prst="roundRect">
            <a:avLst>
              <a:gd name="adj" fmla="val 7982"/>
            </a:avLst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WPS 演示</Application>
  <PresentationFormat>宽屏</PresentationFormat>
  <Paragraphs>11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黑体</vt:lpstr>
      <vt:lpstr>仿宋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Micheal</cp:lastModifiedBy>
  <cp:revision>189</cp:revision>
  <dcterms:created xsi:type="dcterms:W3CDTF">2019-06-19T02:08:00Z</dcterms:created>
  <dcterms:modified xsi:type="dcterms:W3CDTF">2026-06-08T14:17:15Z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61F827B20729470AA75E9713AF383B78_13</vt:lpwstr>
  </property>
</Properties>
</file>